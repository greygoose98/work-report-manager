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21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667133" cy="6858000"/>
          </a:xfrm>
          <a:prstGeom prst="rect">
            <a:avLst/>
          </a:prstGeom>
          <a:solidFill>
            <a:srgbClr val="68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523962" y="857250"/>
            <a:ext cx="3619410" cy="5143500"/>
          </a:xfrm>
          <a:prstGeom prst="rect">
            <a:avLst/>
          </a:prstGeom>
          <a:solidFill>
            <a:srgbClr val="4A00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143371" y="857250"/>
            <a:ext cx="552436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924002" y="1219200"/>
            <a:ext cx="238119" cy="238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73300" y="12192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WorkReport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43100" y="20828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FB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YOUR WORKSPACE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43100" y="23876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43100" y="2819400"/>
            <a:ext cx="298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productive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943100" y="3276600"/>
            <a:ext cx="127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943100" y="3848100"/>
            <a:ext cx="2984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daily updates and review team progress.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43100" y="4051300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every work report in one clear place.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19400" y="525780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A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focused teams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19400" y="5410200"/>
            <a:ext cx="158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A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transparent progress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45200" y="1397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7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045200" y="1816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A7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to manage your team’s work reports.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45200" y="22098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14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email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45200" y="2413000"/>
            <a:ext cx="381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2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name@company.com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45200" y="29972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14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45200" y="3200400"/>
            <a:ext cx="381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2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••••••••••••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45200" y="3810000"/>
            <a:ext cx="139700" cy="1397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BB4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61100" y="37846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861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86800" y="37846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0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password?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45200" y="4140200"/>
            <a:ext cx="3810000" cy="508000"/>
          </a:xfrm>
          <a:prstGeom prst="rect">
            <a:avLst/>
          </a:prstGeom>
          <a:solidFill>
            <a:srgbClr val="79008D"/>
          </a:solidFill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45200" y="48006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 to your organization workspace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45200" y="54864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20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WorkReport? Create an account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4268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667133" cy="6858000"/>
          </a:xfrm>
          <a:prstGeom prst="rect">
            <a:avLst/>
          </a:prstGeom>
          <a:solidFill>
            <a:srgbClr val="68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523962" y="857250"/>
            <a:ext cx="3619410" cy="5143500"/>
          </a:xfrm>
          <a:prstGeom prst="rect">
            <a:avLst/>
          </a:prstGeom>
          <a:solidFill>
            <a:srgbClr val="4A00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143371" y="857250"/>
            <a:ext cx="552436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924002" y="1219200"/>
            <a:ext cx="238119" cy="238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73300" y="12192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WorkReport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43100" y="20828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FB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YOUR WORKSPACE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43100" y="23876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43100" y="2819400"/>
            <a:ext cx="298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productive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943100" y="3276600"/>
            <a:ext cx="127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943100" y="3848100"/>
            <a:ext cx="2984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daily updates and review team progress.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43100" y="4051300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every work report in one clear place.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19400" y="525780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A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focused teams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19400" y="5410200"/>
            <a:ext cx="158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A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transparent progress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45200" y="11557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7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045200" y="1536700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A7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to manage your team’s work reports.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45200" y="1854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14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email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45200" y="2006600"/>
            <a:ext cx="3810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2"/>
            </a:solidFill>
          </a:ln>
        </p:spPr>
        <p:txBody>
          <a:bodyPr wrap="square" lIns="0" tIns="0" rIns="0" bIns="0" rtlCol="0" anchor="t" anchorCtr="0"/>
          <a:lstStyle/>
          <a:p>
            <a:pPr marL="0" indent="0" algn="l">
              <a:buNone/>
            </a:pPr>
            <a:r>
              <a:rPr lang="en-US" sz="850" dirty="0">
                <a:solidFill>
                  <a:srgbClr val="A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name@company.com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45200" y="24765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14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45200" y="2628900"/>
            <a:ext cx="3810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2"/>
            </a:solidFill>
          </a:ln>
        </p:spPr>
        <p:txBody>
          <a:bodyPr wrap="square" lIns="0" tIns="0" rIns="0" bIns="0" rtlCol="0" anchor="t" anchorCtr="0"/>
          <a:lstStyle/>
          <a:p>
            <a:pPr marL="0" indent="0" algn="l">
              <a:buNone/>
            </a:pPr>
            <a:r>
              <a:rPr lang="en-US" sz="850" dirty="0">
                <a:solidFill>
                  <a:srgbClr val="A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••••••••••••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45200" y="4495800"/>
            <a:ext cx="127000" cy="1270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BB4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48400" y="4457700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861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45200" y="4749800"/>
            <a:ext cx="3810000" cy="457200"/>
          </a:xfrm>
          <a:prstGeom prst="rect">
            <a:avLst/>
          </a:prstGeom>
          <a:solidFill>
            <a:srgbClr val="79008D"/>
          </a:solidFill>
          <a:ln>
            <a:noFill/>
          </a:ln>
        </p:spPr>
        <p:txBody>
          <a:bodyPr wrap="square" lIns="0" tIns="0" rIns="0" bIns="0" rtlCol="0" anchor="t" anchorCtr="0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45200" y="5257800"/>
            <a:ext cx="381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 to your organization workspace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45200" y="56388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20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WorkReport? Create an account</a:t>
            </a:r>
            <a:endParaRPr lang="en-US" sz="800" dirty="0"/>
          </a:p>
        </p:txBody>
      </p:sp>
      <p:sp>
        <p:nvSpPr>
          <p:cNvPr id="28" name="Signup Password Label">
            <a:extLst>
              <a:ext uri="{FF2B5EF4-FFF2-40B4-BE49-F238E27FC236}">
                <a16:creationId xmlns:a16="http://schemas.microsoft.com/office/drawing/2014/main" id="{D8790D91-7546-4774-B119-9572ACA973A2}"/>
              </a:ext>
            </a:extLst>
          </p:cNvPr>
          <p:cNvSpPr txBox="1"/>
          <p:nvPr/>
        </p:nvSpPr>
        <p:spPr>
          <a:xfrm>
            <a:off x="6045200" y="3098800"/>
            <a:ext cx="139700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IN" sz="850" b="1">
                <a:solidFill>
                  <a:srgbClr val="514B5B"/>
                </a:solidFill>
              </a:rPr>
              <a:t>Password</a:t>
            </a:r>
          </a:p>
        </p:txBody>
      </p:sp>
      <p:sp>
        <p:nvSpPr>
          <p:cNvPr id="29" name="Signup Password Field">
            <a:extLst>
              <a:ext uri="{FF2B5EF4-FFF2-40B4-BE49-F238E27FC236}">
                <a16:creationId xmlns:a16="http://schemas.microsoft.com/office/drawing/2014/main" id="{239B21A0-E51B-45F2-BEBC-FC4CC837AAE1}"/>
              </a:ext>
            </a:extLst>
          </p:cNvPr>
          <p:cNvSpPr txBox="1"/>
          <p:nvPr/>
        </p:nvSpPr>
        <p:spPr>
          <a:xfrm>
            <a:off x="6045200" y="3251200"/>
            <a:ext cx="3810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2"/>
            </a:solidFill>
          </a:ln>
        </p:spPr>
        <p:txBody>
          <a:bodyPr vertOverflow="overflow" vert="horz" wrap="none" rtlCol="0" anchor="t" anchorCtr="0">
            <a:normAutofit/>
          </a:bodyPr>
          <a:lstStyle/>
          <a:p>
            <a:pPr algn="l"/>
            <a:r>
              <a:rPr lang="en-IN" sz="950">
                <a:solidFill>
                  <a:srgbClr val="AAA4AF"/>
                </a:solidFill>
              </a:rPr>
              <a:t>••••••••••</a:t>
            </a:r>
          </a:p>
        </p:txBody>
      </p:sp>
      <p:sp>
        <p:nvSpPr>
          <p:cNvPr id="30" name="Signup Confirm Label">
            <a:extLst>
              <a:ext uri="{FF2B5EF4-FFF2-40B4-BE49-F238E27FC236}">
                <a16:creationId xmlns:a16="http://schemas.microsoft.com/office/drawing/2014/main" id="{1B32A9DF-C5C8-43A9-8EE3-451928C03D44}"/>
              </a:ext>
            </a:extLst>
          </p:cNvPr>
          <p:cNvSpPr txBox="1"/>
          <p:nvPr/>
        </p:nvSpPr>
        <p:spPr>
          <a:xfrm>
            <a:off x="6045200" y="3721100"/>
            <a:ext cx="139700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IN" sz="850" b="1">
                <a:solidFill>
                  <a:srgbClr val="514B5B"/>
                </a:solidFill>
              </a:rPr>
              <a:t>Confirm password</a:t>
            </a:r>
          </a:p>
        </p:txBody>
      </p:sp>
      <p:sp>
        <p:nvSpPr>
          <p:cNvPr id="31" name="Signup Confirm Field">
            <a:extLst>
              <a:ext uri="{FF2B5EF4-FFF2-40B4-BE49-F238E27FC236}">
                <a16:creationId xmlns:a16="http://schemas.microsoft.com/office/drawing/2014/main" id="{677BC0AC-A1BC-428C-AEF6-61FCCB4C1EAA}"/>
              </a:ext>
            </a:extLst>
          </p:cNvPr>
          <p:cNvSpPr txBox="1"/>
          <p:nvPr/>
        </p:nvSpPr>
        <p:spPr>
          <a:xfrm>
            <a:off x="6045200" y="3873500"/>
            <a:ext cx="3810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2"/>
            </a:solidFill>
          </a:ln>
        </p:spPr>
        <p:txBody>
          <a:bodyPr vertOverflow="overflow" vert="horz" wrap="none" rtlCol="0" anchor="t" anchorCtr="0">
            <a:normAutofit/>
          </a:bodyPr>
          <a:lstStyle/>
          <a:p>
            <a:pPr algn="l"/>
            <a:r>
              <a:rPr lang="en-IN" sz="950">
                <a:solidFill>
                  <a:srgbClr val="AAA4AF"/>
                </a:solidFill>
              </a:rPr>
              <a:t>••••••••••</a:t>
            </a:r>
          </a:p>
        </p:txBody>
      </p:sp>
    </p:spTree>
    <p:extLst>
      <p:ext uri="{BB962C8B-B14F-4D97-AF65-F5344CB8AC3E}">
        <p14:creationId xmlns:p14="http://schemas.microsoft.com/office/powerpoint/2010/main" val="3754997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9934A0D-25F6-430E-AD11-EC78709B50F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734BDAB-E950-4F80-B65F-24ECFB3F70B8}">
  <we:reference id="wa200010215" version="2.0.0.0" store="en-US" storeType="OMEX"/>
  <we:alternateReferences>
    <we:reference id="wa200010215" version="2.0.0.0" store="wa200010215" storeType="OMEX"/>
  </we:alternateReferences>
  <we:properties>
    <we:property name="bps.codex_control.document_id" value="&quot;5ed24bdb-efb0-4aa2-ac37-3a1f6c698b8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156</Words>
  <Application>Microsoft Office PowerPoint</Application>
  <PresentationFormat>Widescreen</PresentationFormat>
  <Paragraphs>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Thermal Stability Study</dc:title>
  <dc:subject>Thermal stability report</dc:subject>
  <dc:creator>OpenAI</dc:creator>
  <cp:lastModifiedBy>Visruth TM</cp:lastModifiedBy>
  <cp:revision>2</cp:revision>
  <dcterms:created xsi:type="dcterms:W3CDTF">2026-06-30T02:53:15Z</dcterms:created>
  <dcterms:modified xsi:type="dcterms:W3CDTF">2026-07-14T19:22:19Z</dcterms:modified>
</cp:coreProperties>
</file>